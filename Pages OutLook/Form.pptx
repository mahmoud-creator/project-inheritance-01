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moud Shawish" initials="MS" lastIdx="1" clrIdx="0">
    <p:extLst>
      <p:ext uri="{19B8F6BF-5375-455C-9EA6-DF929625EA0E}">
        <p15:presenceInfo xmlns:p15="http://schemas.microsoft.com/office/powerpoint/2012/main" userId="971cedfe2c4b5c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A01E-25AC-4B56-B36D-492B7EA99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6BDD4-EB52-46E9-A3BD-343277373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EE5B-1193-4F18-A21A-1C614EBC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3E1A8-BF3A-424A-9646-F2E9B9C72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3FA95-4349-4329-A1A1-0859E36D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2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B41B-46E9-4B6E-B069-4F44F182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C0054-85CB-4FE7-A509-EF2DB18AF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3C5D0-0A60-4581-BD71-5E57C540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378AF-31C7-4771-A6CA-98CE9DE7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78A2F-3654-4C46-85B5-037BD9FA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2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3EEE1-19A9-426C-9D73-1B579C90F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9C32C-027F-44F7-B7A1-1E3649D65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3BE29-8F21-4B15-869A-0528EB5E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DFCD6-B9F0-46C7-9CDB-1FD75AD4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14A61-7474-4929-9BB5-EEE8936E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0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4938-BB68-461E-98FD-BB2172E0F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D8D1D-9532-44C2-8802-D739AA764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A7E8E-9031-4227-B2B3-FAA9FCD13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EFFF9-749E-4661-95B8-F41A02B9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DD28F-986A-4FC6-98F3-4B435F5E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8BB0D-C04C-424A-979C-5862F613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7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26C5-4699-4021-91B2-6CAB49101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EEB49-4DE3-4DAE-8031-BDA52802A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AC649-07DB-42E2-A593-0330439D4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76A4B-36EB-4ADA-9D6E-A33656691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94C4E-81D6-4375-8AA2-0EB0D9C1B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3DC61-BBE3-4E68-BBB8-A9C0C399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98479-2068-4868-B4B4-562876DB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0A3F9-E17D-4560-8EB8-4B6B6E66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7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E35F-8981-4C8B-A4D7-E4BD1DE5D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32CAD-B054-42F6-9C08-7C6B438B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07D7A-6393-4871-A7A8-AF3C6635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38712-627D-4D6A-8395-A180571D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2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00BD5C-6CCE-4B1A-8977-842D338C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AADC0-5A96-428F-AA7D-AFB9FE6A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C2E74-C79C-482F-AADF-7725BC68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1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D465-A777-4DD8-ADA3-FED7D943A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74F44-0FA7-43A8-A45C-C4B8F9D66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DB50B-8F2E-4F53-BD19-06DAA3591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62316-5C5C-47C2-BE28-917060E4C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16C34-09E9-473E-AAA2-B2448D59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BC472-E678-4128-B867-1E428791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4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9508-5725-434E-8BEA-0860BE1A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6C02B0-2833-4FBA-8B71-CA4584535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15BC5-E265-4698-803E-F9535AE2A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6DB19-4B21-427F-B7E7-21D4F2659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50C24-B1D1-48E6-9C5B-F26416E66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D76E1-2555-44D2-B722-6412E680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1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D0C6-F05A-42AE-8974-FCADC7FF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E2B09-46AD-4B2C-B81C-E2ADF29AC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0F2B5-99E2-4C4B-BBB3-83A6FA4C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5D7F7-C5DD-436C-95BB-3AD10644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2649D-CD2A-48D0-8E54-91765A3B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2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0A5EA0-A2F2-4B0D-B20F-1E93E61D3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A49C1-1C8F-4E6C-865D-698C866E4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4A59E-6758-46DC-91E9-95BCF7E61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438D5-C5F5-4931-8804-3FBB4C71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715CB-31F6-47C7-9D38-7EAABB96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4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71B762-4423-4321-9FCC-F0DC4037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22C79-E91E-4368-82AF-B1F77B742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01EDC-7075-4EB6-A7FE-C26CBC720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99696-DF44-441D-9CFE-6A2775D395E9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4AD64-E778-46C8-999D-CB122BD5C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9B5DC-CB25-4663-BD01-19EEE523D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3308D-B14B-47A0-979B-06321864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7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839C-88A8-4BEC-A969-4185AF596C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77EA1-C823-4044-90E3-32690D26A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E98A43-32EA-4454-85E4-D161A41356E5}"/>
              </a:ext>
            </a:extLst>
          </p:cNvPr>
          <p:cNvSpPr/>
          <p:nvPr/>
        </p:nvSpPr>
        <p:spPr>
          <a:xfrm>
            <a:off x="533400" y="438150"/>
            <a:ext cx="10963275" cy="577215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75E3E3-B2DA-43FE-92E9-2C64448D56B7}"/>
              </a:ext>
            </a:extLst>
          </p:cNvPr>
          <p:cNvSpPr/>
          <p:nvPr/>
        </p:nvSpPr>
        <p:spPr>
          <a:xfrm>
            <a:off x="1195754" y="1212851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 Of Sons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D94506-50BE-497A-8806-23911B640960}"/>
              </a:ext>
            </a:extLst>
          </p:cNvPr>
          <p:cNvSpPr/>
          <p:nvPr/>
        </p:nvSpPr>
        <p:spPr>
          <a:xfrm>
            <a:off x="1195754" y="1798089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 of Dau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438DFB-0FEF-4AC5-9C3E-CBA16ECFECFE}"/>
              </a:ext>
            </a:extLst>
          </p:cNvPr>
          <p:cNvSpPr/>
          <p:nvPr/>
        </p:nvSpPr>
        <p:spPr>
          <a:xfrm>
            <a:off x="1195754" y="2383327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 Of Bro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12E2C5-6102-4D92-8B3B-8ABE77B90A6C}"/>
              </a:ext>
            </a:extLst>
          </p:cNvPr>
          <p:cNvSpPr/>
          <p:nvPr/>
        </p:nvSpPr>
        <p:spPr>
          <a:xfrm>
            <a:off x="5931877" y="1193618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Gender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EF39E7-780F-4896-8773-01AE54B8A093}"/>
              </a:ext>
            </a:extLst>
          </p:cNvPr>
          <p:cNvSpPr/>
          <p:nvPr/>
        </p:nvSpPr>
        <p:spPr>
          <a:xfrm>
            <a:off x="1195754" y="4242286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 Of </a:t>
            </a:r>
            <a:r>
              <a:rPr lang="en-US" dirty="0" err="1"/>
              <a:t>StepS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34B522-4276-4774-AB2A-A2AE54EB2A82}"/>
              </a:ext>
            </a:extLst>
          </p:cNvPr>
          <p:cNvSpPr/>
          <p:nvPr/>
        </p:nvSpPr>
        <p:spPr>
          <a:xfrm>
            <a:off x="1195754" y="3621515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 Of Uncle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A94D3B-DCCB-4715-B88B-CF87809CBC95}"/>
              </a:ext>
            </a:extLst>
          </p:cNvPr>
          <p:cNvSpPr/>
          <p:nvPr/>
        </p:nvSpPr>
        <p:spPr>
          <a:xfrm>
            <a:off x="1195754" y="3000744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 Of Sis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ACA389-4FD7-4F61-83BA-80CE425E8727}"/>
              </a:ext>
            </a:extLst>
          </p:cNvPr>
          <p:cNvSpPr/>
          <p:nvPr/>
        </p:nvSpPr>
        <p:spPr>
          <a:xfrm>
            <a:off x="5931877" y="2956261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Husband 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139896-0911-4D86-8030-A06BC3B3C7A6}"/>
              </a:ext>
            </a:extLst>
          </p:cNvPr>
          <p:cNvSpPr/>
          <p:nvPr/>
        </p:nvSpPr>
        <p:spPr>
          <a:xfrm>
            <a:off x="5931877" y="2402560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Father Alive?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C3BC8D-F703-4E8F-B6E7-89F11AE5D163}"/>
              </a:ext>
            </a:extLst>
          </p:cNvPr>
          <p:cNvSpPr/>
          <p:nvPr/>
        </p:nvSpPr>
        <p:spPr>
          <a:xfrm>
            <a:off x="5931877" y="1798089"/>
            <a:ext cx="1600200" cy="24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Mother Alive?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B590CF-522F-49FA-92AA-CA4F61975654}"/>
              </a:ext>
            </a:extLst>
          </p:cNvPr>
          <p:cNvSpPr/>
          <p:nvPr/>
        </p:nvSpPr>
        <p:spPr>
          <a:xfrm>
            <a:off x="8801100" y="5257800"/>
            <a:ext cx="1247775" cy="2762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Submit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3E69ED-64AF-44F4-98EF-7AB308A90E08}"/>
              </a:ext>
            </a:extLst>
          </p:cNvPr>
          <p:cNvSpPr/>
          <p:nvPr/>
        </p:nvSpPr>
        <p:spPr>
          <a:xfrm>
            <a:off x="7005638" y="5257799"/>
            <a:ext cx="1247775" cy="2762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FB4FAF-24CE-4CA8-AC26-9F1DDE65327F}"/>
              </a:ext>
            </a:extLst>
          </p:cNvPr>
          <p:cNvSpPr txBox="1"/>
          <p:nvPr/>
        </p:nvSpPr>
        <p:spPr>
          <a:xfrm>
            <a:off x="1195754" y="6367740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Home</a:t>
            </a:r>
            <a:r>
              <a:rPr lang="en-US" dirty="0"/>
              <a:t>		</a:t>
            </a:r>
            <a:r>
              <a:rPr lang="en-US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ContactUs</a:t>
            </a:r>
            <a:r>
              <a:rPr lang="en-US" dirty="0"/>
              <a:t>	</a:t>
            </a:r>
            <a:r>
              <a:rPr lang="en-US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AboutUs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00991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Mahmoud Shawish</dc:creator>
  <cp:lastModifiedBy>Mahmoud Shawish</cp:lastModifiedBy>
  <cp:revision>2</cp:revision>
  <dcterms:created xsi:type="dcterms:W3CDTF">2021-03-15T17:44:32Z</dcterms:created>
  <dcterms:modified xsi:type="dcterms:W3CDTF">2021-03-15T17:55:19Z</dcterms:modified>
</cp:coreProperties>
</file>